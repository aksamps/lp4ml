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7" r:id="rId3"/>
    <p:sldId id="268" r:id="rId4"/>
    <p:sldId id="270" r:id="rId5"/>
    <p:sldId id="265" r:id="rId6"/>
    <p:sldId id="266" r:id="rId7"/>
    <p:sldId id="271" r:id="rId8"/>
    <p:sldId id="269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aersk Headline Light" panose="00000400000000000000" pitchFamily="2" charset="0"/>
      <p:regular r:id="rId17"/>
      <p:italic r:id="rId18"/>
    </p:embeddedFont>
    <p:embeddedFont>
      <p:font typeface="Maersk Headline Office" panose="00000500000000000000" pitchFamily="2" charset="0"/>
      <p:regular r:id="rId19"/>
      <p:bold r:id="rId20"/>
      <p:italic r:id="rId21"/>
      <p:boldItalic r:id="rId22"/>
    </p:embeddedFont>
    <p:embeddedFont>
      <p:font typeface="Maersk Text" panose="00000500000000000000" pitchFamily="2" charset="0"/>
      <p:regular r:id="rId23"/>
      <p:bold r:id="rId24"/>
      <p:italic r:id="rId25"/>
      <p:boldItalic r:id="rId26"/>
    </p:embeddedFont>
    <p:embeddedFont>
      <p:font typeface="Maersk Text Office Light" panose="00000400000000000000" pitchFamily="2" charset="0"/>
      <p:regular r:id="rId27"/>
      <p: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8523" autoAdjust="0"/>
  </p:normalViewPr>
  <p:slideViewPr>
    <p:cSldViewPr snapToGrid="0" showGuides="1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04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382C0-1D05-4229-918E-CDD7B7E48B4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6AEEE-E778-402E-8B8F-9A98AED26EB8}" type="datetimeFigureOut">
              <a:rPr lang="en-GB" smtClean="0"/>
              <a:t>11/03/2022</a:t>
            </a:fld>
            <a:endParaRPr lang="en-GB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Date Placeholder 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1386E511-D742-4EFE-90B5-C9FC42762E0F}" type="datetimeFigureOut">
              <a:rPr lang="en-GB" smtClean="0"/>
              <a:pPr/>
              <a:t>11/03/2022</a:t>
            </a:fld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GB"/>
          </a:p>
        </p:txBody>
      </p:sp>
      <p:sp>
        <p:nvSpPr>
          <p:cNvPr id="12" name="Slide Image Placeholder 1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3" name="Header Placeholder 1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accent3"/>
          </a:solidFill>
        </p:spPr>
        <p:txBody>
          <a:bodyPr lIns="144000" tIns="108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492375"/>
            <a:ext cx="5595937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669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1726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784233" y="6057019"/>
            <a:ext cx="1905001" cy="42638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GB" noProof="0" dirty="0"/>
              <a:t>.</a:t>
            </a:r>
          </a:p>
        </p:txBody>
      </p:sp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218238" y="492125"/>
            <a:ext cx="5472112" cy="5145088"/>
          </a:xfrm>
          <a:noFill/>
        </p:spPr>
        <p:txBody>
          <a:bodyPr lIns="144000" tIns="10800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here and insert picture via Templafy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669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1726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7553E4-9495-4C62-83B3-76F11C412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5000" cy="425604"/>
          </a:xfrm>
          <a:prstGeom prst="rect">
            <a:avLst/>
          </a:prstGeom>
        </p:spPr>
      </p:pic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7679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940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0997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.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048F7A2-A910-4758-AA3D-CD67AF0CDE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4400" cy="42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9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0"/>
            <a:ext cx="954087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1.00</a:t>
            </a:r>
          </a:p>
          <a:p>
            <a:pPr lvl="1"/>
            <a:r>
              <a:rPr lang="en-GB" noProof="0" dirty="0"/>
              <a:t>2.00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0"/>
            <a:ext cx="4546601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98D28-9108-4EC2-92D0-619C856BF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1"/>
            <a:ext cx="954087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1.00</a:t>
            </a:r>
          </a:p>
          <a:p>
            <a:pPr lvl="1"/>
            <a:r>
              <a:rPr lang="en-GB" noProof="0" dirty="0"/>
              <a:t>2.00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1"/>
            <a:ext cx="4546601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164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6334-9261-4B58-9174-1059920D6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400" y="501649"/>
            <a:ext cx="5484476" cy="1990726"/>
          </a:xfrm>
        </p:spPr>
        <p:txBody>
          <a:bodyPr/>
          <a:lstStyle>
            <a:lvl1pPr marL="0" indent="0">
              <a:buFontTx/>
              <a:buNone/>
              <a:tabLst>
                <a:tab pos="936000" algn="l"/>
              </a:tabLst>
              <a:defRPr sz="4000"/>
            </a:lvl1pPr>
          </a:lstStyle>
          <a:p>
            <a:r>
              <a:rPr lang="en-GB" noProof="0" dirty="0"/>
              <a:t>Click to add title, tab for first line indent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7E6BB-0526-4ECF-A7B6-F012FA93D0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E9849-36F9-4EC3-BE81-D2FC41D39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B67E9-4625-4D5C-A0BB-D895986FA29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BAD38D-0859-4790-A878-F926B90F3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4825" y="3521075"/>
            <a:ext cx="7375525" cy="2116138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  <a:latin typeface="+mj-lt"/>
              </a:defRPr>
            </a:lvl2pPr>
            <a:lvl3pPr marL="180000" indent="-180000"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117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599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8870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1943100"/>
            <a:ext cx="3560763" cy="369411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332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275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100"/>
            <a:ext cx="35782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14825" y="1943100"/>
            <a:ext cx="73755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054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1"/>
            <a:ext cx="6675437" cy="1485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9E8C0B-1C97-4D16-9DD8-EB4FE101D0F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3714" y="4070350"/>
            <a:ext cx="6675436" cy="156686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0730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68500"/>
            <a:ext cx="3559175" cy="36694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685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2620800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36073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19989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59DA8A-4391-4F2F-8A22-F32154823E8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06938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0301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88800" cy="7191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8" y="1943099"/>
            <a:ext cx="9302400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 dirty="0"/>
              <a:t>Click to add text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9507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9" y="1943099"/>
            <a:ext cx="9301164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 dirty="0"/>
              <a:t>Click to add text</a:t>
            </a:r>
            <a:endParaRPr lang="en-GB" dirty="0"/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039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386" y="1943100"/>
            <a:ext cx="6615577" cy="2711450"/>
          </a:xfrm>
        </p:spPr>
        <p:txBody>
          <a:bodyPr/>
          <a:lstStyle>
            <a:lvl1pPr marL="0" indent="0">
              <a:buNone/>
              <a:defRPr lang="en-US" sz="23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62%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5" y="5084763"/>
            <a:ext cx="7375525" cy="54768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en-US" sz="3000" i="0" kern="1200" dirty="0" smtClean="0">
                <a:solidFill>
                  <a:schemeClr val="bg1"/>
                </a:solidFill>
                <a:latin typeface="Maersk Text Office Light" panose="00000400000000000000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Click to add </a:t>
            </a:r>
            <a:r>
              <a:rPr lang="en-GB" dirty="0"/>
              <a:t>text</a:t>
            </a:r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907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veral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6536757-24D6-4CE3-BC82-E594F5B33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527716"/>
            <a:ext cx="5484812" cy="1753641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Click to add text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0350"/>
            <a:ext cx="5484812" cy="156685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2</a:t>
            </a:r>
          </a:p>
          <a:p>
            <a:pPr lvl="2"/>
            <a:r>
              <a:rPr lang="en-GB" noProof="0" dirty="0"/>
              <a:t>3</a:t>
            </a:r>
          </a:p>
          <a:p>
            <a:pPr lvl="3"/>
            <a:r>
              <a:rPr lang="en-GB" noProof="0" dirty="0"/>
              <a:t>4</a:t>
            </a:r>
          </a:p>
          <a:p>
            <a:pPr lvl="4"/>
            <a:r>
              <a:rPr lang="en-GB" noProof="0" dirty="0"/>
              <a:t>5</a:t>
            </a:r>
          </a:p>
          <a:p>
            <a:pPr lvl="5"/>
            <a:r>
              <a:rPr lang="en-GB" noProof="0" dirty="0"/>
              <a:t>6</a:t>
            </a:r>
            <a:endParaRPr lang="en-GB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5700A65-5A8D-4928-8A10-F9DB7E931F9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25806" y="1527717"/>
            <a:ext cx="5467350" cy="2537993"/>
          </a:xfrm>
        </p:spPr>
        <p:txBody>
          <a:bodyPr tIns="72000"/>
          <a:lstStyle>
            <a:lvl1pPr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Click to add text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22999" y="4654550"/>
            <a:ext cx="4532313" cy="982663"/>
          </a:xfrm>
        </p:spPr>
        <p:txBody>
          <a:bodyPr tIns="0" numCol="2" spcCol="180000"/>
          <a:lstStyle>
            <a:lvl1pPr marL="0" indent="0">
              <a:spcAft>
                <a:spcPts val="0"/>
              </a:spcAft>
              <a:buClrTx/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>
                <a:solidFill>
                  <a:srgbClr val="878787"/>
                </a:solidFill>
              </a:defRPr>
            </a:lvl2pPr>
            <a:lvl3pPr marL="180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878787"/>
                </a:solidFill>
              </a:defRPr>
            </a:lvl3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1</a:t>
            </a:r>
          </a:p>
          <a:p>
            <a:pPr lvl="2"/>
            <a:r>
              <a:rPr lang="en-GB" noProof="0" dirty="0"/>
              <a:t>2</a:t>
            </a:r>
          </a:p>
          <a:p>
            <a:pPr lvl="3"/>
            <a:r>
              <a:rPr lang="en-GB" noProof="0" dirty="0"/>
              <a:t>3</a:t>
            </a:r>
            <a:endParaRPr lang="en-GB" dirty="0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cxnSp>
        <p:nvCxnSpPr>
          <p:cNvPr id="27" name="Straight Connector 1">
            <a:extLst>
              <a:ext uri="{FF2B5EF4-FFF2-40B4-BE49-F238E27FC236}">
                <a16:creationId xmlns:a16="http://schemas.microsoft.com/office/drawing/2014/main" id="{7096DEC8-77C9-4DD3-9025-ECDC80F2146B}"/>
              </a:ext>
            </a:extLst>
          </p:cNvPr>
          <p:cNvCxnSpPr/>
          <p:nvPr userDrawn="1"/>
        </p:nvCxnSpPr>
        <p:spPr>
          <a:xfrm>
            <a:off x="500064" y="3521075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90E9CF-510E-4225-A3BB-91F013987BD5}"/>
              </a:ext>
            </a:extLst>
          </p:cNvPr>
          <p:cNvCxnSpPr/>
          <p:nvPr userDrawn="1"/>
        </p:nvCxnSpPr>
        <p:spPr>
          <a:xfrm>
            <a:off x="6225806" y="1527717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6225806" y="4400550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C382236-11EE-4251-B331-C34A1F0BC3C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2E7F8-5569-4FBF-9D79-FD373EB71C0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00A7CC-3278-4F1E-AD5C-F27447EEAE9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790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31175" y="501650"/>
            <a:ext cx="3559176" cy="5135563"/>
          </a:xfrm>
          <a:noFill/>
          <a:ln>
            <a:noFill/>
          </a:ln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E637B88C-6BF1-4846-8D23-5E4678D61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6676689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943100"/>
            <a:ext cx="4530725" cy="157797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Click to add text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8099"/>
            <a:ext cx="4532400" cy="230376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rgbClr val="687A86"/>
                </a:solidFill>
              </a:defRPr>
            </a:lvl2pPr>
            <a:lvl3pPr marL="360000">
              <a:defRPr>
                <a:solidFill>
                  <a:srgbClr val="687A86"/>
                </a:solidFill>
              </a:defRPr>
            </a:lvl3pPr>
            <a:lvl5pPr>
              <a:defRPr>
                <a:solidFill>
                  <a:srgbClr val="687A86"/>
                </a:solidFill>
              </a:defRPr>
            </a:lvl5pPr>
          </a:lstStyle>
          <a:p>
            <a:pPr lvl="0"/>
            <a:r>
              <a:rPr lang="en-GB" noProof="0" dirty="0"/>
              <a:t>Click to add text</a:t>
            </a:r>
            <a:endParaRPr lang="en-GB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063" y="4440055"/>
            <a:ext cx="3578225" cy="876454"/>
          </a:xfrm>
        </p:spPr>
        <p:txBody>
          <a:bodyPr tIns="90000" numCol="2" spcCol="180000"/>
          <a:lstStyle>
            <a:lvl1pPr marL="198000" indent="-198000">
              <a:spcAft>
                <a:spcPts val="300"/>
              </a:spcAft>
              <a:buClrTx/>
              <a:buFont typeface="+mj-lt"/>
              <a:buAutoNum type="arabicPeriod"/>
              <a:defRPr sz="1100">
                <a:solidFill>
                  <a:srgbClr val="878787"/>
                </a:solidFill>
              </a:defRPr>
            </a:lvl1pPr>
          </a:lstStyle>
          <a:p>
            <a:pPr lvl="0"/>
            <a:r>
              <a:rPr lang="en-GB" noProof="0" dirty="0"/>
              <a:t>Click to add text</a:t>
            </a:r>
            <a:endParaRPr lang="en-GB" dirty="0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500064" y="4308475"/>
            <a:ext cx="54848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3D1E53-A268-4438-A6D9-6DD6795760C6}"/>
              </a:ext>
            </a:extLst>
          </p:cNvPr>
          <p:cNvCxnSpPr/>
          <p:nvPr userDrawn="1"/>
        </p:nvCxnSpPr>
        <p:spPr>
          <a:xfrm>
            <a:off x="500064" y="5637213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83C375B8-9D52-48FF-B9DE-8BD6EEC3AB3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DD863-7BBE-4D3F-8B44-500AE483AC8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BACDB-2C17-4569-8330-7E4B0C324AB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2428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521074"/>
            <a:ext cx="10491787" cy="2116137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5D39A8-1DFB-490B-B73E-DECDD50DB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652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3429000"/>
            <a:ext cx="5484812" cy="2208212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96DE752-EA38-4814-AFA5-3A736D036B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38480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429000"/>
            <a:ext cx="5484813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D99E0C0-56FA-4B2A-BB66-76081F6E2F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17583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23000" y="3429000"/>
            <a:ext cx="5467350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CFB424-23CA-445E-B56D-C695415294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38594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story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2732088"/>
            <a:ext cx="5484812" cy="212566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48F43D1-063F-48C6-A5D5-90EFC34AB13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Insert case story</a:t>
            </a:r>
          </a:p>
        </p:txBody>
      </p:sp>
      <p:sp>
        <p:nvSpPr>
          <p:cNvPr id="12" name="Text Placeholder logo">
            <a:extLst>
              <a:ext uri="{FF2B5EF4-FFF2-40B4-BE49-F238E27FC236}">
                <a16:creationId xmlns:a16="http://schemas.microsoft.com/office/drawing/2014/main" id="{B9A1D87C-1728-4DC9-BEC9-168709C84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1494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6223000" y="500063"/>
            <a:ext cx="5467350" cy="5137151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2735263"/>
            <a:ext cx="5484813" cy="2365375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149FF58-D257-4EC7-B21D-296239E0971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rgbClr val="687A86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Insert case story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6334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AF81BF6F-7D05-4852-828C-3879CADCF160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dirty="0" err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1FB8002-AF3C-460C-BA7E-9F5263B68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071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title, tab for first line indent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C693FA-5D05-4C1F-8558-FBF0F1B4B03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0512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Insert case story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804FBC7-9C3E-4D1D-B918-9B6E55CB4AF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81AC2EDD-D666-4150-9ABF-DE1FAABE1B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214" y="6137500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7198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6223001" y="501650"/>
            <a:ext cx="5467350" cy="5135563"/>
          </a:xfrm>
          <a:noFill/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40DA269-FA7A-44B3-BAB8-307D66285E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566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title, tab for first line indent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5760E0E-D53B-47E2-9695-6AA917F7B7A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2276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Insert case story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7DD9DDB-5F46-40A0-A8FA-05AFD85DDCF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42231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950097"/>
            <a:ext cx="54844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4788" y="1950097"/>
            <a:ext cx="5465562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5170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400" y="1950098"/>
            <a:ext cx="356040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7201" y="1950097"/>
            <a:ext cx="736315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AB295-B1DB-4A8F-98EB-8D0294F09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855591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50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50097"/>
            <a:ext cx="35591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5378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50125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50125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0399" y="367817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F9FA52E-E6B6-497B-8CDF-4291B6C70B9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25550" y="367817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35A655-0007-42B8-9AAE-D572D30C6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741782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11189951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0399" y="1943100"/>
            <a:ext cx="11189951" cy="36902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to 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36AB1-5F87-45A0-A4D3-ACB62D87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C2C57-2A89-4D06-932E-353E043E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C0878BA1-CFB4-4349-B120-1867D280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6D4F2E-FFF6-4D94-A0A4-43A43FCD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0EAA6D-6226-4D0B-A23A-3D2469B6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C3750702-865E-424E-BDAE-F6B8769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17D30-3C3B-4E02-956C-526F8057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CD91E-E870-45AB-B6B3-21B3C547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CF0E3E31-9EAD-4ECD-A589-4F158B7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5"/>
            <a:ext cx="10491788" cy="1318735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C7CED-62BB-4D41-91E8-AED15ACB42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643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w.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4"/>
            <a:ext cx="10491788" cy="1323975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A6CDA879-E7F2-4945-8A09-C6477E28A6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05634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4325290" y="1439372"/>
            <a:ext cx="2917403" cy="472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A. Insert corporate picture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Templafy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dropdown,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-button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the right Templafy pane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B. Browse for other pictures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 picture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C. </a:t>
            </a:r>
            <a:r>
              <a:rPr lang="en-GB" sz="900" b="1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 copied picture</a:t>
            </a:r>
            <a:endParaRPr lang="en-GB" altLang="da-DK" sz="900" noProof="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paste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a picture</a:t>
            </a: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view drawing 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tab,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viewing of guides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menu to reset position,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size</a:t>
            </a: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formatting of the slide placeholders</a:t>
            </a:r>
            <a:b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their default settings</a:t>
            </a:r>
            <a:endParaRPr lang="en-GB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Header"/>
          <p:cNvSpPr txBox="1"/>
          <p:nvPr userDrawn="1"/>
        </p:nvSpPr>
        <p:spPr>
          <a:xfrm>
            <a:off x="481014" y="464888"/>
            <a:ext cx="11072810" cy="6291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User guide – delete before use</a:t>
            </a:r>
            <a:endParaRPr lang="en-GB" sz="1800" noProof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507139" y="1439372"/>
            <a:ext cx="241200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text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styles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</a:t>
            </a:r>
            <a:b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</a:t>
            </a:r>
            <a:r>
              <a:rPr lang="en-GB" sz="9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a New Slide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insert 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Change Slide Layout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b="1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1</a:t>
            </a:r>
            <a:r>
              <a:rPr lang="en-GB" sz="900" b="1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. </a:t>
            </a:r>
            <a:r>
              <a:rPr lang="en-GB" sz="900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arrow next to </a:t>
            </a:r>
            <a:r>
              <a:rPr lang="en-GB" sz="900" b="1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Layout</a:t>
            </a:r>
            <a:br>
              <a:rPr lang="en-GB" sz="900" b="1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to view a dropdown menu of possible  layouts</a:t>
            </a:r>
            <a:endParaRPr lang="en-GB" sz="900" noProof="0" dirty="0">
              <a:latin typeface="+mn-lt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Font typeface="+mj-lt"/>
              <a:buNone/>
            </a:pPr>
            <a:r>
              <a:rPr lang="en-GB" sz="900" b="1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2. </a:t>
            </a:r>
            <a:r>
              <a:rPr lang="en-GB" sz="900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layout you prefer and it</a:t>
            </a:r>
            <a:br>
              <a:rPr lang="en-GB" sz="900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 dirty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will be applied to the new slide</a:t>
            </a: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8849935" y="1439372"/>
            <a:ext cx="2412000" cy="43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 placeholder or any other placeholder, click on the placeholder.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hold down the Shift button and click on the placeholder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this happens, select the picture, 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slide number, date and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end, so you get all the corrections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only used on one slide</a:t>
            </a:r>
          </a:p>
        </p:txBody>
      </p:sp>
      <p:pic>
        <p:nvPicPr>
          <p:cNvPr id="28" name="1 Increase decreas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7291" y="2308484"/>
            <a:ext cx="549328" cy="285228"/>
          </a:xfrm>
          <a:prstGeom prst="rect">
            <a:avLst/>
          </a:prstGeom>
        </p:spPr>
      </p:pic>
      <p:pic>
        <p:nvPicPr>
          <p:cNvPr id="13" name="2 New pictur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57291" y="4038223"/>
            <a:ext cx="324764" cy="578237"/>
          </a:xfrm>
          <a:prstGeom prst="rect">
            <a:avLst/>
          </a:prstGeom>
        </p:spPr>
      </p:pic>
      <p:pic>
        <p:nvPicPr>
          <p:cNvPr id="16" name="3 Layout"/>
          <p:cNvPicPr>
            <a:picLocks noChangeAspect="1"/>
          </p:cNvPicPr>
          <p:nvPr userDrawn="1"/>
        </p:nvPicPr>
        <p:blipFill rotWithShape="1">
          <a:blip r:embed="rId4"/>
          <a:srcRect l="36944" r="2272" b="69429"/>
          <a:stretch/>
        </p:blipFill>
        <p:spPr>
          <a:xfrm>
            <a:off x="2757291" y="4861989"/>
            <a:ext cx="593368" cy="192211"/>
          </a:xfrm>
          <a:prstGeom prst="rect">
            <a:avLst/>
          </a:prstGeom>
        </p:spPr>
      </p:pic>
      <p:pic>
        <p:nvPicPr>
          <p:cNvPr id="19" name="4 Reset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16372" y="5282559"/>
            <a:ext cx="492452" cy="200416"/>
          </a:xfrm>
          <a:prstGeom prst="rect">
            <a:avLst/>
          </a:prstGeom>
        </p:spPr>
      </p:pic>
      <p:grpSp>
        <p:nvGrpSpPr>
          <p:cNvPr id="24" name="Gruppe 23">
            <a:extLst>
              <a:ext uri="{FF2B5EF4-FFF2-40B4-BE49-F238E27FC236}">
                <a16:creationId xmlns:a16="http://schemas.microsoft.com/office/drawing/2014/main" id="{48EAA219-FFE7-4387-A385-4D3D0AF728CE}"/>
              </a:ext>
            </a:extLst>
          </p:cNvPr>
          <p:cNvGrpSpPr/>
          <p:nvPr userDrawn="1"/>
        </p:nvGrpSpPr>
        <p:grpSpPr>
          <a:xfrm>
            <a:off x="7028244" y="2583743"/>
            <a:ext cx="740398" cy="734626"/>
            <a:chOff x="6398620" y="3815586"/>
            <a:chExt cx="740398" cy="734626"/>
          </a:xfrm>
        </p:grpSpPr>
        <p:pic>
          <p:nvPicPr>
            <p:cNvPr id="30" name="6 Crop">
              <a:extLst>
                <a:ext uri="{FF2B5EF4-FFF2-40B4-BE49-F238E27FC236}">
                  <a16:creationId xmlns:a16="http://schemas.microsoft.com/office/drawing/2014/main" id="{EC854AD3-9DFC-4A83-BDF0-A7E2B01F9B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8620" y="3815586"/>
              <a:ext cx="337400" cy="321707"/>
            </a:xfrm>
            <a:prstGeom prst="rect">
              <a:avLst/>
            </a:prstGeom>
          </p:spPr>
        </p:pic>
        <p:pic>
          <p:nvPicPr>
            <p:cNvPr id="31" name="Billede 30">
              <a:extLst>
                <a:ext uri="{FF2B5EF4-FFF2-40B4-BE49-F238E27FC236}">
                  <a16:creationId xmlns:a16="http://schemas.microsoft.com/office/drawing/2014/main" id="{E2414F06-53F0-4323-A4A9-91728B89EE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1304" t="11451" r="30180" b="46035"/>
            <a:stretch/>
          </p:blipFill>
          <p:spPr>
            <a:xfrm>
              <a:off x="6442770" y="4118189"/>
              <a:ext cx="696248" cy="432023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2" name="Gruppe 31">
            <a:extLst>
              <a:ext uri="{FF2B5EF4-FFF2-40B4-BE49-F238E27FC236}">
                <a16:creationId xmlns:a16="http://schemas.microsoft.com/office/drawing/2014/main" id="{78224CA6-7D55-40AF-AF08-7CC6E7C4B3C8}"/>
              </a:ext>
            </a:extLst>
          </p:cNvPr>
          <p:cNvGrpSpPr/>
          <p:nvPr userDrawn="1"/>
        </p:nvGrpSpPr>
        <p:grpSpPr>
          <a:xfrm>
            <a:off x="7072982" y="3558164"/>
            <a:ext cx="740397" cy="929593"/>
            <a:chOff x="6391652" y="4854581"/>
            <a:chExt cx="740397" cy="929593"/>
          </a:xfrm>
        </p:grpSpPr>
        <p:pic>
          <p:nvPicPr>
            <p:cNvPr id="33" name="6 Crop">
              <a:extLst>
                <a:ext uri="{FF2B5EF4-FFF2-40B4-BE49-F238E27FC236}">
                  <a16:creationId xmlns:a16="http://schemas.microsoft.com/office/drawing/2014/main" id="{B89DF8E6-B7F7-4857-A1D8-15B39D7AF8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1652" y="4854581"/>
              <a:ext cx="337400" cy="321707"/>
            </a:xfrm>
            <a:prstGeom prst="rect">
              <a:avLst/>
            </a:prstGeom>
          </p:spPr>
        </p:pic>
        <p:pic>
          <p:nvPicPr>
            <p:cNvPr id="34" name="Billede 33">
              <a:extLst>
                <a:ext uri="{FF2B5EF4-FFF2-40B4-BE49-F238E27FC236}">
                  <a16:creationId xmlns:a16="http://schemas.microsoft.com/office/drawing/2014/main" id="{39AFA131-B5A7-4AB6-889F-69CF39F4C8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1152" t="11676" r="31017" b="26411"/>
            <a:stretch/>
          </p:blipFill>
          <p:spPr>
            <a:xfrm>
              <a:off x="6442770" y="5155024"/>
              <a:ext cx="689279" cy="629150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5" name="Gruppe 34">
            <a:extLst>
              <a:ext uri="{FF2B5EF4-FFF2-40B4-BE49-F238E27FC236}">
                <a16:creationId xmlns:a16="http://schemas.microsoft.com/office/drawing/2014/main" id="{126BB6BB-8852-44D9-A0EB-7B0A29B5CAFC}"/>
              </a:ext>
            </a:extLst>
          </p:cNvPr>
          <p:cNvGrpSpPr/>
          <p:nvPr userDrawn="1"/>
        </p:nvGrpSpPr>
        <p:grpSpPr>
          <a:xfrm>
            <a:off x="7072394" y="1479976"/>
            <a:ext cx="676669" cy="997704"/>
            <a:chOff x="6442771" y="2574072"/>
            <a:chExt cx="676669" cy="997704"/>
          </a:xfrm>
        </p:grpSpPr>
        <p:pic>
          <p:nvPicPr>
            <p:cNvPr id="36" name="Billede 35">
              <a:extLst>
                <a:ext uri="{FF2B5EF4-FFF2-40B4-BE49-F238E27FC236}">
                  <a16:creationId xmlns:a16="http://schemas.microsoft.com/office/drawing/2014/main" id="{2EC1AD58-F087-456F-B1CF-97A8AD608A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6442771" y="2574072"/>
              <a:ext cx="305786" cy="365851"/>
            </a:xfrm>
            <a:prstGeom prst="rect">
              <a:avLst/>
            </a:prstGeom>
          </p:spPr>
        </p:pic>
        <p:pic>
          <p:nvPicPr>
            <p:cNvPr id="37" name="Billede 36">
              <a:extLst>
                <a:ext uri="{FF2B5EF4-FFF2-40B4-BE49-F238E27FC236}">
                  <a16:creationId xmlns:a16="http://schemas.microsoft.com/office/drawing/2014/main" id="{A1105FA6-DF1D-44A9-BD39-B99136D7B2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/>
            <a:srcRect l="1432" t="16308" r="2422" b="1509"/>
            <a:stretch/>
          </p:blipFill>
          <p:spPr>
            <a:xfrm>
              <a:off x="6444587" y="2943287"/>
              <a:ext cx="674853" cy="628489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pic>
        <p:nvPicPr>
          <p:cNvPr id="39" name="6 Beskær">
            <a:extLst>
              <a:ext uri="{FF2B5EF4-FFF2-40B4-BE49-F238E27FC236}">
                <a16:creationId xmlns:a16="http://schemas.microsoft.com/office/drawing/2014/main" id="{F1E5DB47-CE9C-4A68-BA80-97FFD80C5C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86326" y="2593712"/>
            <a:ext cx="337400" cy="321707"/>
          </a:xfrm>
          <a:prstGeom prst="rect">
            <a:avLst/>
          </a:prstGeom>
        </p:spPr>
      </p:pic>
      <p:pic>
        <p:nvPicPr>
          <p:cNvPr id="40" name="7 Skalér billede">
            <a:extLst>
              <a:ext uri="{FF2B5EF4-FFF2-40B4-BE49-F238E27FC236}">
                <a16:creationId xmlns:a16="http://schemas.microsoft.com/office/drawing/2014/main" id="{472C50C0-81D4-4FF8-9774-95FB88A3DB5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186326" y="3510628"/>
            <a:ext cx="359695" cy="3353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4EB944-268B-4588-9575-20967FF1FDE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757291" y="3179601"/>
            <a:ext cx="257143" cy="285714"/>
          </a:xfrm>
          <a:prstGeom prst="rect">
            <a:avLst/>
          </a:prstGeom>
        </p:spPr>
      </p:pic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C47240A8-F4C6-438F-B627-9F10AF77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CE7E8215-C535-47A6-A19E-191CCD62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B1580671-F9A8-48F5-99CE-4A5C1575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4737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</a:rPr>
              <a:t>If you see any </a:t>
            </a:r>
            <a:r>
              <a:rPr lang="en-GB" sz="4400" b="1" i="1" noProof="0" dirty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 dirty="0">
                <a:solidFill>
                  <a:schemeClr val="bg1"/>
                </a:solidFill>
              </a:rPr>
              <a:t>one</a:t>
            </a:r>
            <a:r>
              <a:rPr lang="en-GB" sz="4400" b="1" i="1" noProof="0" dirty="0">
                <a:solidFill>
                  <a:schemeClr val="bg1"/>
                </a:solidFill>
              </a:rPr>
              <a:t>,</a:t>
            </a:r>
            <a:br>
              <a:rPr lang="en-GB" sz="4400" b="0" i="0" noProof="0" dirty="0">
                <a:solidFill>
                  <a:schemeClr val="bg1"/>
                </a:solidFill>
              </a:rPr>
            </a:br>
            <a:r>
              <a:rPr lang="en-GB" sz="4400" b="0" noProof="0" dirty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0" dirty="0">
                <a:solidFill>
                  <a:schemeClr val="bg1"/>
                </a:solidFill>
              </a:rPr>
              <a:t>are not </a:t>
            </a:r>
            <a:r>
              <a:rPr lang="en-GB" sz="4400" b="0" noProof="0" dirty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 dirty="0">
                <a:solidFill>
                  <a:schemeClr val="bg1"/>
                </a:solidFill>
              </a:rPr>
            </a:br>
            <a:br>
              <a:rPr lang="en-GB" sz="2800" b="0" noProof="0" dirty="0">
                <a:solidFill>
                  <a:schemeClr val="bg1"/>
                </a:solidFill>
              </a:rPr>
            </a:br>
            <a:endParaRPr lang="en-GB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1" noProof="0" dirty="0">
                <a:solidFill>
                  <a:schemeClr val="bg1"/>
                </a:solidFill>
              </a:rPr>
              <a:t>Do not use </a:t>
            </a:r>
            <a:endParaRPr lang="en-GB" sz="2400" b="1" i="1" dirty="0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 dirty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 dirty="0">
                <a:solidFill>
                  <a:schemeClr val="bg1"/>
                </a:solidFill>
              </a:rPr>
            </a:br>
            <a:endParaRPr lang="en-GB" sz="1800" b="0" noProof="0" dirty="0">
              <a:solidFill>
                <a:schemeClr val="bg1"/>
              </a:solidFill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12B154D-76F1-409D-A798-AA5203EE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D212C3A-1726-4BC5-8AF1-72D08F63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89D5CFC-5012-4F36-B4E7-CE36F67C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399" y="1943739"/>
            <a:ext cx="11189951" cy="36896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Level 1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4, Subhead</a:t>
            </a:r>
          </a:p>
          <a:p>
            <a:pPr lvl="4"/>
            <a:r>
              <a:rPr lang="en-GB" noProof="0" dirty="0"/>
              <a:t>Level 5, headline</a:t>
            </a:r>
          </a:p>
          <a:p>
            <a:pPr lvl="5"/>
            <a:r>
              <a:rPr lang="en-GB" noProof="0" dirty="0"/>
              <a:t>Level 6, headline</a:t>
            </a:r>
          </a:p>
          <a:p>
            <a:pPr lvl="6"/>
            <a:r>
              <a:rPr lang="en-GB" noProof="0" dirty="0"/>
              <a:t>Level 7, note</a:t>
            </a:r>
          </a:p>
          <a:p>
            <a:pPr lvl="7"/>
            <a:r>
              <a:rPr lang="en-GB" noProof="0" dirty="0"/>
              <a:t>Level 8</a:t>
            </a:r>
          </a:p>
          <a:p>
            <a:pPr lvl="8"/>
            <a:r>
              <a:rPr lang="en-GB" noProof="0" dirty="0"/>
              <a:t>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99" y="501649"/>
            <a:ext cx="11189951" cy="930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 dirty="0"/>
          </a:p>
        </p:txBody>
      </p:sp>
      <p:sp>
        <p:nvSpPr>
          <p:cNvPr id="88" name="Footer Placeholder 87">
            <a:extLst>
              <a:ext uri="{FF2B5EF4-FFF2-40B4-BE49-F238E27FC236}">
                <a16:creationId xmlns:a16="http://schemas.microsoft.com/office/drawing/2014/main" id="{E21F396F-4C1D-4B71-97C4-1BDE0CB2C01A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1219200" y="6278621"/>
            <a:ext cx="3285369" cy="18542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presentation title via Header &amp; Footer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A67AAF6D-173F-4FC5-B3DD-15256B6A2F3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502197" y="6278622"/>
            <a:ext cx="412039" cy="185426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5" name="Group 4">
            <a:extLst>
              <a:ext uri="{FF2B5EF4-FFF2-40B4-BE49-F238E27FC236}">
                <a16:creationId xmlns:a16="http://schemas.microsoft.com/office/drawing/2014/main" id="{255E078E-B243-42A1-B589-8CC503A66B4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97" name="Freeform 5">
              <a:extLst>
                <a:ext uri="{FF2B5EF4-FFF2-40B4-BE49-F238E27FC236}">
                  <a16:creationId xmlns:a16="http://schemas.microsoft.com/office/drawing/2014/main" id="{28F624D4-6986-4E93-887C-A0690C5C4A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98" name="Freeform 6">
              <a:extLst>
                <a:ext uri="{FF2B5EF4-FFF2-40B4-BE49-F238E27FC236}">
                  <a16:creationId xmlns:a16="http://schemas.microsoft.com/office/drawing/2014/main" id="{78D85899-D3DF-418A-8091-4FB0F6F8A2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49738F52-8D2A-4C28-8FB7-92D64EFA84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00" name="Freeform 8">
              <a:extLst>
                <a:ext uri="{FF2B5EF4-FFF2-40B4-BE49-F238E27FC236}">
                  <a16:creationId xmlns:a16="http://schemas.microsoft.com/office/drawing/2014/main" id="{645BA9F4-DF1F-44D7-A473-6FAC6F2843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01" name="Freeform 9">
              <a:extLst>
                <a:ext uri="{FF2B5EF4-FFF2-40B4-BE49-F238E27FC236}">
                  <a16:creationId xmlns:a16="http://schemas.microsoft.com/office/drawing/2014/main" id="{EC290DBF-B2E4-4B81-BFB4-65201D8017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02" name="Freeform 10">
              <a:extLst>
                <a:ext uri="{FF2B5EF4-FFF2-40B4-BE49-F238E27FC236}">
                  <a16:creationId xmlns:a16="http://schemas.microsoft.com/office/drawing/2014/main" id="{8B539F7E-96A0-4BA9-9D11-BACEE5DEB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03" name="Freeform 11">
              <a:extLst>
                <a:ext uri="{FF2B5EF4-FFF2-40B4-BE49-F238E27FC236}">
                  <a16:creationId xmlns:a16="http://schemas.microsoft.com/office/drawing/2014/main" id="{111170EC-B87D-481F-8FDC-276480533F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04" name="Freeform 12">
              <a:extLst>
                <a:ext uri="{FF2B5EF4-FFF2-40B4-BE49-F238E27FC236}">
                  <a16:creationId xmlns:a16="http://schemas.microsoft.com/office/drawing/2014/main" id="{06361CD5-F024-4F59-A5DB-73C2182D54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61512BDD-E313-4203-808B-6ECBEE0B5BB4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endParaRPr lang="en-GB" dirty="0"/>
          </a:p>
        </p:txBody>
      </p:sp>
      <p:grpSp>
        <p:nvGrpSpPr>
          <p:cNvPr id="114" name="Group 113" hidden="1">
            <a:extLst>
              <a:ext uri="{FF2B5EF4-FFF2-40B4-BE49-F238E27FC236}">
                <a16:creationId xmlns:a16="http://schemas.microsoft.com/office/drawing/2014/main" id="{A709D695-914B-4705-8AC6-A94C2721C5E6}"/>
              </a:ext>
            </a:extLst>
          </p:cNvPr>
          <p:cNvGrpSpPr/>
          <p:nvPr userDrawn="1"/>
        </p:nvGrpSpPr>
        <p:grpSpPr>
          <a:xfrm>
            <a:off x="500062" y="501647"/>
            <a:ext cx="11194852" cy="5862641"/>
            <a:chOff x="500062" y="501647"/>
            <a:chExt cx="11194852" cy="58626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94117C3-ACEB-4551-92D6-E8776CE33870}"/>
                </a:ext>
              </a:extLst>
            </p:cNvPr>
            <p:cNvSpPr/>
            <p:nvPr/>
          </p:nvSpPr>
          <p:spPr>
            <a:xfrm>
              <a:off x="50462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B4EA52B-9F03-4154-94D6-DCF629E0A517}"/>
                </a:ext>
              </a:extLst>
            </p:cNvPr>
            <p:cNvSpPr/>
            <p:nvPr/>
          </p:nvSpPr>
          <p:spPr>
            <a:xfrm>
              <a:off x="1456839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DABCB14-BA75-4B31-8404-F842D634C5FA}"/>
                </a:ext>
              </a:extLst>
            </p:cNvPr>
            <p:cNvSpPr/>
            <p:nvPr/>
          </p:nvSpPr>
          <p:spPr>
            <a:xfrm>
              <a:off x="8122316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22E1F28-617C-42B1-A6FF-BB511F216035}"/>
                </a:ext>
              </a:extLst>
            </p:cNvPr>
            <p:cNvSpPr/>
            <p:nvPr/>
          </p:nvSpPr>
          <p:spPr>
            <a:xfrm>
              <a:off x="9074527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69EDA3C-B72E-4595-A9E9-C52463512844}"/>
                </a:ext>
              </a:extLst>
            </p:cNvPr>
            <p:cNvSpPr/>
            <p:nvPr/>
          </p:nvSpPr>
          <p:spPr>
            <a:xfrm>
              <a:off x="1002673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89C1C4C-D89D-4FF0-935C-26D17097F22D}"/>
                </a:ext>
              </a:extLst>
            </p:cNvPr>
            <p:cNvSpPr/>
            <p:nvPr/>
          </p:nvSpPr>
          <p:spPr>
            <a:xfrm>
              <a:off x="109789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520FBBD-719C-461F-A18E-15DEEF9344D5}"/>
                </a:ext>
              </a:extLst>
            </p:cNvPr>
            <p:cNvSpPr/>
            <p:nvPr/>
          </p:nvSpPr>
          <p:spPr>
            <a:xfrm>
              <a:off x="7170105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8152350-997B-4F9F-AF5B-0640D5A22D60}"/>
                </a:ext>
              </a:extLst>
            </p:cNvPr>
            <p:cNvSpPr/>
            <p:nvPr/>
          </p:nvSpPr>
          <p:spPr>
            <a:xfrm>
              <a:off x="6217894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E7E2C06-3591-4F16-A6C9-26D03AFE7A9F}"/>
                </a:ext>
              </a:extLst>
            </p:cNvPr>
            <p:cNvSpPr/>
            <p:nvPr/>
          </p:nvSpPr>
          <p:spPr>
            <a:xfrm>
              <a:off x="5265683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D92D19D-15E4-4E02-9555-F731FC602CCC}"/>
                </a:ext>
              </a:extLst>
            </p:cNvPr>
            <p:cNvSpPr/>
            <p:nvPr/>
          </p:nvSpPr>
          <p:spPr>
            <a:xfrm>
              <a:off x="4313472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A5793D9-80BF-4104-A4AB-DD353A2513BA}"/>
                </a:ext>
              </a:extLst>
            </p:cNvPr>
            <p:cNvSpPr/>
            <p:nvPr/>
          </p:nvSpPr>
          <p:spPr>
            <a:xfrm>
              <a:off x="3361261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298F0B0-8A2D-4275-9CBC-81577EF8011C}"/>
                </a:ext>
              </a:extLst>
            </p:cNvPr>
            <p:cNvSpPr/>
            <p:nvPr/>
          </p:nvSpPr>
          <p:spPr>
            <a:xfrm>
              <a:off x="24090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6FF5141-D9A4-40D9-AE0A-9FAA2ECE1656}"/>
                </a:ext>
              </a:extLst>
            </p:cNvPr>
            <p:cNvSpPr/>
            <p:nvPr/>
          </p:nvSpPr>
          <p:spPr>
            <a:xfrm>
              <a:off x="500062" y="194373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254B338-3EBA-4D36-86E8-9C09EF7C02B8}"/>
                </a:ext>
              </a:extLst>
            </p:cNvPr>
            <p:cNvSpPr/>
            <p:nvPr/>
          </p:nvSpPr>
          <p:spPr>
            <a:xfrm>
              <a:off x="500062" y="273316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E8AE6C3-0AFF-40F6-88C7-3A7C8A014488}"/>
                </a:ext>
              </a:extLst>
            </p:cNvPr>
            <p:cNvSpPr/>
            <p:nvPr/>
          </p:nvSpPr>
          <p:spPr>
            <a:xfrm>
              <a:off x="500062" y="352259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3E9EF65-B326-497A-9EE0-EFC57318F203}"/>
                </a:ext>
              </a:extLst>
            </p:cNvPr>
            <p:cNvSpPr/>
            <p:nvPr/>
          </p:nvSpPr>
          <p:spPr>
            <a:xfrm>
              <a:off x="500062" y="4309364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A518688-2A30-4B00-97FA-A9EA1D196D35}"/>
                </a:ext>
              </a:extLst>
            </p:cNvPr>
            <p:cNvSpPr/>
            <p:nvPr/>
          </p:nvSpPr>
          <p:spPr>
            <a:xfrm>
              <a:off x="500062" y="5084795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F693842-B64A-4087-9E5F-5199914B2E05}"/>
                </a:ext>
              </a:extLst>
            </p:cNvPr>
            <p:cNvSpPr/>
            <p:nvPr/>
          </p:nvSpPr>
          <p:spPr>
            <a:xfrm>
              <a:off x="500063" y="501647"/>
              <a:ext cx="11190287" cy="930975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dirty="0" err="1"/>
            </a:p>
          </p:txBody>
        </p:sp>
      </p:grpSp>
      <p:sp>
        <p:nvSpPr>
          <p:cNvPr id="4" name="MSIPCMContentMarking" descr="{&quot;HashCode&quot;:-233864485,&quot;Placement&quot;:&quot;Footer&quot;,&quot;Top&quot;:519.343,&quot;Left&quot;:0.0,&quot;SlideWidth&quot;:960,&quot;SlideHeight&quot;:540}">
            <a:extLst>
              <a:ext uri="{FF2B5EF4-FFF2-40B4-BE49-F238E27FC236}">
                <a16:creationId xmlns:a16="http://schemas.microsoft.com/office/drawing/2014/main" id="{A6768862-C549-490E-9250-C04E2400861C}"/>
              </a:ext>
            </a:extLst>
          </p:cNvPr>
          <p:cNvSpPr txBox="1"/>
          <p:nvPr userDrawn="1"/>
        </p:nvSpPr>
        <p:spPr>
          <a:xfrm>
            <a:off x="0" y="6595656"/>
            <a:ext cx="166589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</a:rPr>
              <a:t>Classification: Confidential</a:t>
            </a:r>
            <a:endParaRPr lang="en-IN" sz="1000" dirty="0" err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54" r:id="rId2"/>
    <p:sldLayoutId id="2147483780" r:id="rId3"/>
    <p:sldLayoutId id="2147483737" r:id="rId4"/>
    <p:sldLayoutId id="2147483757" r:id="rId5"/>
    <p:sldLayoutId id="2147483770" r:id="rId6"/>
    <p:sldLayoutId id="2147483741" r:id="rId7"/>
    <p:sldLayoutId id="2147483778" r:id="rId8"/>
    <p:sldLayoutId id="2147483759" r:id="rId9"/>
    <p:sldLayoutId id="2147483761" r:id="rId10"/>
    <p:sldLayoutId id="2147483760" r:id="rId11"/>
    <p:sldLayoutId id="2147483758" r:id="rId12"/>
    <p:sldLayoutId id="2147483779" r:id="rId13"/>
    <p:sldLayoutId id="2147483771" r:id="rId14"/>
    <p:sldLayoutId id="2147483772" r:id="rId15"/>
    <p:sldLayoutId id="2147483773" r:id="rId16"/>
    <p:sldLayoutId id="2147483777" r:id="rId17"/>
    <p:sldLayoutId id="2147483776" r:id="rId18"/>
    <p:sldLayoutId id="2147483765" r:id="rId19"/>
    <p:sldLayoutId id="2147483739" r:id="rId20"/>
    <p:sldLayoutId id="2147483755" r:id="rId21"/>
    <p:sldLayoutId id="2147483766" r:id="rId22"/>
    <p:sldLayoutId id="2147483762" r:id="rId23"/>
    <p:sldLayoutId id="2147483763" r:id="rId24"/>
    <p:sldLayoutId id="2147483775" r:id="rId25"/>
    <p:sldLayoutId id="2147483774" r:id="rId26"/>
    <p:sldLayoutId id="2147483768" r:id="rId27"/>
    <p:sldLayoutId id="2147483767" r:id="rId28"/>
    <p:sldLayoutId id="2147483734" r:id="rId29"/>
    <p:sldLayoutId id="2147483764" r:id="rId30"/>
    <p:sldLayoutId id="2147483732" r:id="rId31"/>
    <p:sldLayoutId id="2147483743" r:id="rId32"/>
    <p:sldLayoutId id="2147483744" r:id="rId33"/>
    <p:sldLayoutId id="2147483769" r:id="rId34"/>
    <p:sldLayoutId id="2147483756" r:id="rId35"/>
    <p:sldLayoutId id="2147483750" r:id="rId36"/>
    <p:sldLayoutId id="2147483751" r:id="rId3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​"/>
        <a:defRPr sz="2350" i="1" kern="1200">
          <a:solidFill>
            <a:schemeClr val="tx1"/>
          </a:solidFill>
          <a:latin typeface="Maersk Headline Office" panose="00000500000000000000" pitchFamily="2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600" b="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5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000" kern="1200" baseline="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68" userDrawn="1">
          <p15:clr>
            <a:srgbClr val="F26B43"/>
          </p15:clr>
        </p15:guide>
        <p15:guide id="3" orient="horz" pos="315" userDrawn="1">
          <p15:clr>
            <a:srgbClr val="F26B43"/>
          </p15:clr>
        </p15:guide>
        <p15:guide id="4" orient="horz" pos="4009" userDrawn="1">
          <p15:clr>
            <a:srgbClr val="F26B43"/>
          </p15:clr>
        </p15:guide>
        <p15:guide id="5" pos="917" userDrawn="1">
          <p15:clr>
            <a:srgbClr val="F26B43"/>
          </p15:clr>
        </p15:guide>
        <p15:guide id="6" pos="1368" userDrawn="1">
          <p15:clr>
            <a:srgbClr val="F26B43"/>
          </p15:clr>
        </p15:guide>
        <p15:guide id="7" pos="5116" userDrawn="1">
          <p15:clr>
            <a:srgbClr val="F26B43"/>
          </p15:clr>
        </p15:guide>
        <p15:guide id="8" pos="5567" userDrawn="1">
          <p15:clr>
            <a:srgbClr val="F26B43"/>
          </p15:clr>
        </p15:guide>
        <p15:guide id="9" pos="5716" userDrawn="1">
          <p15:clr>
            <a:srgbClr val="F26B43"/>
          </p15:clr>
        </p15:guide>
        <p15:guide id="10" pos="6167" userDrawn="1">
          <p15:clr>
            <a:srgbClr val="F26B43"/>
          </p15:clr>
        </p15:guide>
        <p15:guide id="11" pos="6316" userDrawn="1">
          <p15:clr>
            <a:srgbClr val="F26B43"/>
          </p15:clr>
        </p15:guide>
        <p15:guide id="12" pos="6767" userDrawn="1">
          <p15:clr>
            <a:srgbClr val="F26B43"/>
          </p15:clr>
        </p15:guide>
        <p15:guide id="13" pos="6915" userDrawn="1">
          <p15:clr>
            <a:srgbClr val="F26B43"/>
          </p15:clr>
        </p15:guide>
        <p15:guide id="15" pos="4516" userDrawn="1">
          <p15:clr>
            <a:srgbClr val="F26B43"/>
          </p15:clr>
        </p15:guide>
        <p15:guide id="16" pos="4967" userDrawn="1">
          <p15:clr>
            <a:srgbClr val="F26B43"/>
          </p15:clr>
        </p15:guide>
        <p15:guide id="17" pos="3916" userDrawn="1">
          <p15:clr>
            <a:srgbClr val="F26B43"/>
          </p15:clr>
        </p15:guide>
        <p15:guide id="18" pos="4367" userDrawn="1">
          <p15:clr>
            <a:srgbClr val="F26B43"/>
          </p15:clr>
        </p15:guide>
        <p15:guide id="19" pos="3316" userDrawn="1">
          <p15:clr>
            <a:srgbClr val="F26B43"/>
          </p15:clr>
        </p15:guide>
        <p15:guide id="20" pos="3767" userDrawn="1">
          <p15:clr>
            <a:srgbClr val="F26B43"/>
          </p15:clr>
        </p15:guide>
        <p15:guide id="21" pos="2717" userDrawn="1">
          <p15:clr>
            <a:srgbClr val="F26B43"/>
          </p15:clr>
        </p15:guide>
        <p15:guide id="22" pos="3168" userDrawn="1">
          <p15:clr>
            <a:srgbClr val="F26B43"/>
          </p15:clr>
        </p15:guide>
        <p15:guide id="23" pos="2117" userDrawn="1">
          <p15:clr>
            <a:srgbClr val="F26B43"/>
          </p15:clr>
        </p15:guide>
        <p15:guide id="24" pos="2568" userDrawn="1">
          <p15:clr>
            <a:srgbClr val="F26B43"/>
          </p15:clr>
        </p15:guide>
        <p15:guide id="25" pos="1517" userDrawn="1">
          <p15:clr>
            <a:srgbClr val="F26B43"/>
          </p15:clr>
        </p15:guide>
        <p15:guide id="26" pos="1968" userDrawn="1">
          <p15:clr>
            <a:srgbClr val="F26B43"/>
          </p15:clr>
        </p15:guide>
        <p15:guide id="28" pos="7363" userDrawn="1">
          <p15:clr>
            <a:srgbClr val="F26B43"/>
          </p15:clr>
        </p15:guide>
        <p15:guide id="29" orient="horz" pos="1224" userDrawn="1">
          <p15:clr>
            <a:srgbClr val="F26B43"/>
          </p15:clr>
        </p15:guide>
        <p15:guide id="30" orient="horz" pos="1570" userDrawn="1">
          <p15:clr>
            <a:srgbClr val="F26B43"/>
          </p15:clr>
        </p15:guide>
        <p15:guide id="31" orient="horz" pos="1721" userDrawn="1">
          <p15:clr>
            <a:srgbClr val="F26B43"/>
          </p15:clr>
        </p15:guide>
        <p15:guide id="32" orient="horz" pos="2067" userDrawn="1">
          <p15:clr>
            <a:srgbClr val="F26B43"/>
          </p15:clr>
        </p15:guide>
        <p15:guide id="33" orient="horz" pos="2218" userDrawn="1">
          <p15:clr>
            <a:srgbClr val="F26B43"/>
          </p15:clr>
        </p15:guide>
        <p15:guide id="34" orient="horz" pos="2564" userDrawn="1">
          <p15:clr>
            <a:srgbClr val="F26B43"/>
          </p15:clr>
        </p15:guide>
        <p15:guide id="35" orient="horz" pos="2714" userDrawn="1">
          <p15:clr>
            <a:srgbClr val="F26B43"/>
          </p15:clr>
        </p15:guide>
        <p15:guide id="36" orient="horz" pos="3060" userDrawn="1">
          <p15:clr>
            <a:srgbClr val="F26B43"/>
          </p15:clr>
        </p15:guide>
        <p15:guide id="37" orient="horz" pos="3203" userDrawn="1">
          <p15:clr>
            <a:srgbClr val="F26B43"/>
          </p15:clr>
        </p15:guide>
        <p15:guide id="38" orient="horz" pos="3548" userDrawn="1">
          <p15:clr>
            <a:srgbClr val="F26B43"/>
          </p15:clr>
        </p15:guide>
        <p15:guide id="39" pos="315" userDrawn="1">
          <p15:clr>
            <a:srgbClr val="F26B43"/>
          </p15:clr>
        </p15:guide>
        <p15:guide id="40" pos="7364" userDrawn="1">
          <p15:clr>
            <a:srgbClr val="F26B43"/>
          </p15:clr>
        </p15:guide>
        <p15:guide id="41" orient="horz" pos="902" userDrawn="1">
          <p15:clr>
            <a:srgbClr val="F26B43"/>
          </p15:clr>
        </p15:guide>
        <p15:guide id="42" orient="horz" pos="2160" userDrawn="1">
          <p15:clr>
            <a:srgbClr val="000000"/>
          </p15:clr>
        </p15:guide>
        <p15:guide id="43" pos="3840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483DD-CAC2-4027-9C26-EDD647757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188" y="1612899"/>
            <a:ext cx="5473700" cy="2104335"/>
          </a:xfrm>
        </p:spPr>
        <p:txBody>
          <a:bodyPr/>
          <a:lstStyle/>
          <a:p>
            <a:pPr algn="ctr"/>
            <a:r>
              <a:rPr lang="en-GB" dirty="0"/>
              <a:t>SRE Program Project</a:t>
            </a:r>
            <a:br>
              <a:rPr lang="en-GB" dirty="0"/>
            </a:br>
            <a:r>
              <a:rPr lang="en-GB" dirty="0"/>
              <a:t>---------</a:t>
            </a:r>
            <a:br>
              <a:rPr lang="en-GB" dirty="0"/>
            </a:br>
            <a:r>
              <a:rPr lang="en-GB" dirty="0"/>
              <a:t>Log Analysis</a:t>
            </a:r>
            <a:br>
              <a:rPr lang="en-GB" dirty="0"/>
            </a:br>
            <a:endParaRPr lang="en-GB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294EC87-584C-48E5-AF5B-7814E1B672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7" r="14477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C0CB2-BA1C-4DB5-9241-4C5AA4D8E4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1D9F0-749C-44D7-A2EE-FD83215B3A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883D7-6BD2-4FA3-8675-DA1BF43D374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4502B-F7DD-4033-A83D-C530CE56B8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628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2511-69B7-4E93-A550-82733D97D3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Problems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6FA98-669D-4FA6-922B-CDAEA484A9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426F3-CB8A-44B0-8226-A89BFF1CB7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FBDF9-AD9A-49E8-852B-516364E12D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B374D-01EB-46CB-B146-EE3FE30748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592D75-D307-4AA4-97BA-B1F2D386B144}"/>
              </a:ext>
            </a:extLst>
          </p:cNvPr>
          <p:cNvSpPr txBox="1"/>
          <p:nvPr/>
        </p:nvSpPr>
        <p:spPr>
          <a:xfrm>
            <a:off x="4850296" y="1063487"/>
            <a:ext cx="6841641" cy="4357825"/>
          </a:xfrm>
          <a:prstGeom prst="rect">
            <a:avLst/>
          </a:prstGeom>
          <a:noFill/>
        </p:spPr>
        <p:txBody>
          <a:bodyPr wrap="square" lIns="237600" tIns="237600" rIns="237600" bIns="237600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Toil for engineers during incidents/analysis.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High MTTR (nearly 30 mins)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Many clusters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Many servers in each cluster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Many different types of logs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Many types of log format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Lack of consolidation of all this information in a single place to get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236272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2511-69B7-4E93-A550-82733D97D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103" y="2732088"/>
            <a:ext cx="2981739" cy="1402590"/>
          </a:xfrm>
        </p:spPr>
        <p:txBody>
          <a:bodyPr/>
          <a:lstStyle/>
          <a:p>
            <a:pPr algn="ctr"/>
            <a:r>
              <a:rPr lang="en-IN" dirty="0"/>
              <a:t>Solution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6FA98-669D-4FA6-922B-CDAEA484A9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426F3-CB8A-44B0-8226-A89BFF1CB7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FBDF9-AD9A-49E8-852B-516364E12D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B374D-01EB-46CB-B146-EE3FE30748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.</a:t>
            </a:r>
            <a:endParaRPr lang="en-GB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7A9A147A-5A2D-4032-93D7-82EA2C831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217" y="915272"/>
            <a:ext cx="8195681" cy="422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6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2511-69B7-4E93-A550-82733D97D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63" y="2732088"/>
            <a:ext cx="3714128" cy="1816100"/>
          </a:xfrm>
        </p:spPr>
        <p:txBody>
          <a:bodyPr/>
          <a:lstStyle/>
          <a:p>
            <a:pPr algn="ctr"/>
            <a:r>
              <a:rPr lang="en-IN" dirty="0"/>
              <a:t>Technologies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6FA98-669D-4FA6-922B-CDAEA484A9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426F3-CB8A-44B0-8226-A89BFF1CB7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FBDF9-AD9A-49E8-852B-516364E12D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B374D-01EB-46CB-B146-EE3FE30748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592D75-D307-4AA4-97BA-B1F2D386B144}"/>
              </a:ext>
            </a:extLst>
          </p:cNvPr>
          <p:cNvSpPr txBox="1"/>
          <p:nvPr/>
        </p:nvSpPr>
        <p:spPr>
          <a:xfrm>
            <a:off x="4591879" y="1868557"/>
            <a:ext cx="7209389" cy="2188001"/>
          </a:xfrm>
          <a:prstGeom prst="rect">
            <a:avLst/>
          </a:prstGeom>
          <a:noFill/>
        </p:spPr>
        <p:txBody>
          <a:bodyPr wrap="square" lIns="237600" tIns="237600" rIns="237600" bIns="237600" rtlCol="0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Django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Python3.8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Ansible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190496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2511-69B7-4E93-A550-82733D97D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6873" y="2274888"/>
            <a:ext cx="3714128" cy="1816100"/>
          </a:xfrm>
        </p:spPr>
        <p:txBody>
          <a:bodyPr/>
          <a:lstStyle/>
          <a:p>
            <a:pPr algn="ctr"/>
            <a:r>
              <a:rPr lang="en-IN" sz="5400" dirty="0"/>
              <a:t>Demo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6FA98-669D-4FA6-922B-CDAEA484A9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426F3-CB8A-44B0-8226-A89BFF1CB7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FBDF9-AD9A-49E8-852B-516364E12D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B374D-01EB-46CB-B146-EE3FE30748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953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2511-69B7-4E93-A550-82733D97D3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Scenarios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6FA98-669D-4FA6-922B-CDAEA484A9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426F3-CB8A-44B0-8226-A89BFF1CB7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FBDF9-AD9A-49E8-852B-516364E12D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B374D-01EB-46CB-B146-EE3FE30748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592D75-D307-4AA4-97BA-B1F2D386B144}"/>
              </a:ext>
            </a:extLst>
          </p:cNvPr>
          <p:cNvSpPr txBox="1"/>
          <p:nvPr/>
        </p:nvSpPr>
        <p:spPr>
          <a:xfrm>
            <a:off x="6096000" y="1063487"/>
            <a:ext cx="5595937" cy="3819216"/>
          </a:xfrm>
          <a:prstGeom prst="rect">
            <a:avLst/>
          </a:prstGeom>
          <a:noFill/>
        </p:spPr>
        <p:txBody>
          <a:bodyPr wrap="square" lIns="237600" tIns="237600" rIns="237600" bIns="237600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Troubleshooting incidents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Application performance management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Exception analysis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Configuration changes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Health checks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To get statistics for actionable intelligence</a:t>
            </a:r>
          </a:p>
        </p:txBody>
      </p:sp>
    </p:spTree>
    <p:extLst>
      <p:ext uri="{BB962C8B-B14F-4D97-AF65-F5344CB8AC3E}">
        <p14:creationId xmlns:p14="http://schemas.microsoft.com/office/powerpoint/2010/main" val="114898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2511-69B7-4E93-A550-82733D97D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63" y="2732088"/>
            <a:ext cx="3714128" cy="1816100"/>
          </a:xfrm>
        </p:spPr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6FA98-669D-4FA6-922B-CDAEA484A9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426F3-CB8A-44B0-8226-A89BFF1CB7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FBDF9-AD9A-49E8-852B-516364E12D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B374D-01EB-46CB-B146-EE3FE30748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592D75-D307-4AA4-97BA-B1F2D386B144}"/>
              </a:ext>
            </a:extLst>
          </p:cNvPr>
          <p:cNvSpPr txBox="1"/>
          <p:nvPr/>
        </p:nvSpPr>
        <p:spPr>
          <a:xfrm>
            <a:off x="4482548" y="1560443"/>
            <a:ext cx="7209389" cy="3819216"/>
          </a:xfrm>
          <a:prstGeom prst="rect">
            <a:avLst/>
          </a:prstGeom>
          <a:noFill/>
        </p:spPr>
        <p:txBody>
          <a:bodyPr wrap="square" lIns="237600" tIns="237600" rIns="237600" bIns="237600" rtlCol="0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Get and parse application logs from different servers.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Categorise / Filter based on severity, server, date, subsystem.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Search the messages in the logs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UI-interface.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Single-sign on to access this tool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Integrate with the SRE platform</a:t>
            </a:r>
          </a:p>
        </p:txBody>
      </p:sp>
    </p:spTree>
    <p:extLst>
      <p:ext uri="{BB962C8B-B14F-4D97-AF65-F5344CB8AC3E}">
        <p14:creationId xmlns:p14="http://schemas.microsoft.com/office/powerpoint/2010/main" val="3872831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2511-69B7-4E93-A550-82733D97D3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Improvements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6FA98-669D-4FA6-922B-CDAEA484A9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426F3-CB8A-44B0-8226-A89BFF1CB7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FBDF9-AD9A-49E8-852B-516364E12D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B374D-01EB-46CB-B146-EE3FE30748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592D75-D307-4AA4-97BA-B1F2D386B144}"/>
              </a:ext>
            </a:extLst>
          </p:cNvPr>
          <p:cNvSpPr txBox="1"/>
          <p:nvPr/>
        </p:nvSpPr>
        <p:spPr>
          <a:xfrm>
            <a:off x="4224130" y="815009"/>
            <a:ext cx="7467807" cy="4188548"/>
          </a:xfrm>
          <a:prstGeom prst="rect">
            <a:avLst/>
          </a:prstGeom>
          <a:noFill/>
        </p:spPr>
        <p:txBody>
          <a:bodyPr wrap="square" lIns="237600" tIns="237600" rIns="237600" bIns="237600" rtlCol="0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Log parsing for different formats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Automated Log parsing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AI models on parsed log data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Maintain data for 30 days and later maintain only the aggregated data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FFFF00"/>
                </a:highlight>
              </a:rPr>
              <a:t>This can be used as a opportunity to bring about standardization in log formats across the all apps.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7758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3B74-CE0C-4979-8429-FD828A364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Lets reduce the </a:t>
            </a:r>
            <a:br>
              <a:rPr lang="en-IN" dirty="0"/>
            </a:br>
            <a:r>
              <a:rPr lang="en-IN" dirty="0"/>
              <a:t>MTTR</a:t>
            </a:r>
            <a:br>
              <a:rPr lang="en-IN" dirty="0"/>
            </a:br>
            <a:r>
              <a:rPr lang="en-IN" dirty="0"/>
              <a:t>and resolve the issue</a:t>
            </a:r>
            <a:br>
              <a:rPr lang="en-IN" dirty="0"/>
            </a:br>
            <a:r>
              <a:rPr lang="en-IN" dirty="0">
                <a:sym typeface="Wingdings" panose="05000000000000000000" pitchFamily="2" charset="2"/>
              </a:rPr>
              <a:t></a:t>
            </a:r>
            <a:br>
              <a:rPr lang="en-IN" dirty="0"/>
            </a:br>
            <a:endParaRPr lang="en-IN" dirty="0"/>
          </a:p>
        </p:txBody>
      </p:sp>
      <p:pic>
        <p:nvPicPr>
          <p:cNvPr id="10" name="Picture Placeholder 9" descr="Icon&#10;&#10;Description automatically generated">
            <a:extLst>
              <a:ext uri="{FF2B5EF4-FFF2-40B4-BE49-F238E27FC236}">
                <a16:creationId xmlns:a16="http://schemas.microsoft.com/office/drawing/2014/main" id="{15BD4EF6-7AD8-4A26-89FC-DC3DEFB5E4F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9" r="873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757F3-5608-496A-8BF3-C9A41CE849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182E4-23D9-4366-90C9-DBF71D91BA2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F352D-00EC-42C7-AC50-EE4559460B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8D009-FD1D-41EB-A68D-E125461CC0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GB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2194956"/>
      </p:ext>
    </p:extLst>
  </p:cSld>
  <p:clrMapOvr>
    <a:masterClrMapping/>
  </p:clrMapOvr>
</p:sld>
</file>

<file path=ppt/theme/theme1.xml><?xml version="1.0" encoding="utf-8"?>
<a:theme xmlns:a="http://schemas.openxmlformats.org/drawingml/2006/main" name="Mærsk">
  <a:themeElements>
    <a:clrScheme name="Maersk">
      <a:dk1>
        <a:srgbClr val="141414"/>
      </a:dk1>
      <a:lt1>
        <a:srgbClr val="FFFFFF"/>
      </a:lt1>
      <a:dk2>
        <a:srgbClr val="545454"/>
      </a:dk2>
      <a:lt2>
        <a:srgbClr val="EDEDED"/>
      </a:lt2>
      <a:accent1>
        <a:srgbClr val="42B0D5"/>
      </a:accent1>
      <a:accent2>
        <a:srgbClr val="00243D"/>
      </a:accent2>
      <a:accent3>
        <a:srgbClr val="CFCFCF"/>
      </a:accent3>
      <a:accent4>
        <a:srgbClr val="ED685F"/>
      </a:accent4>
      <a:accent5>
        <a:srgbClr val="00796B"/>
      </a:accent5>
      <a:accent6>
        <a:srgbClr val="F59F19"/>
      </a:accent6>
      <a:hlink>
        <a:srgbClr val="0000FF"/>
      </a:hlink>
      <a:folHlink>
        <a:srgbClr val="800080"/>
      </a:folHlink>
    </a:clrScheme>
    <a:fontScheme name="Maersk">
      <a:majorFont>
        <a:latin typeface="Maersk Headline Light"/>
        <a:ea typeface=""/>
        <a:cs typeface=""/>
      </a:majorFont>
      <a:minorFont>
        <a:latin typeface="Maers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237600" tIns="237600" rIns="237600" bIns="2376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237600" tIns="237600" rIns="237600" bIns="23760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ersk New Template July 2019.pptx" id="{49BBB41D-CA20-4795-8791-789A2CC8836C}" vid="{F06BC87B-4534-4F50-B149-416A48A5DB9C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400</TotalTime>
  <Words>255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Maersk Text</vt:lpstr>
      <vt:lpstr>Arial</vt:lpstr>
      <vt:lpstr>Maersk Text Office Light</vt:lpstr>
      <vt:lpstr>Maersk Headline Light</vt:lpstr>
      <vt:lpstr>Calibri</vt:lpstr>
      <vt:lpstr>Maersk Headline Office</vt:lpstr>
      <vt:lpstr>Mærsk</vt:lpstr>
      <vt:lpstr>SRE Program Project --------- Log Analysis </vt:lpstr>
      <vt:lpstr>Problems</vt:lpstr>
      <vt:lpstr>Solution</vt:lpstr>
      <vt:lpstr>Technologies</vt:lpstr>
      <vt:lpstr>Demo</vt:lpstr>
      <vt:lpstr>Scenarios</vt:lpstr>
      <vt:lpstr>Features</vt:lpstr>
      <vt:lpstr>Improvements</vt:lpstr>
      <vt:lpstr>Lets reduce the  MTTR and resolve the issue 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SRE Program Project</dc:title>
  <dc:creator>Amith K S Srinivasan</dc:creator>
  <cp:lastModifiedBy>Amith K S Srinivasan</cp:lastModifiedBy>
  <cp:revision>13</cp:revision>
  <dcterms:created xsi:type="dcterms:W3CDTF">2022-01-14T05:04:09Z</dcterms:created>
  <dcterms:modified xsi:type="dcterms:W3CDTF">2022-03-11T09:59:30Z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www.skabelondesign.dk</vt:lpwstr>
  </property>
  <property fmtid="{D5CDD505-2E9C-101B-9397-08002B2CF9AE}" pid="3" name="TemplafyTimeStamp">
    <vt:lpwstr>2019-04-17T09:18:37.9632116</vt:lpwstr>
  </property>
  <property fmtid="{D5CDD505-2E9C-101B-9397-08002B2CF9AE}" pid="4" name="MSIP_Label_b814e8bd-8835-4321-b7cc-2751ed18cf11_Enabled">
    <vt:lpwstr>true</vt:lpwstr>
  </property>
  <property fmtid="{D5CDD505-2E9C-101B-9397-08002B2CF9AE}" pid="5" name="MSIP_Label_b814e8bd-8835-4321-b7cc-2751ed18cf11_SetDate">
    <vt:lpwstr>2022-01-14T10:06:35Z</vt:lpwstr>
  </property>
  <property fmtid="{D5CDD505-2E9C-101B-9397-08002B2CF9AE}" pid="6" name="MSIP_Label_b814e8bd-8835-4321-b7cc-2751ed18cf11_Method">
    <vt:lpwstr>Privileged</vt:lpwstr>
  </property>
  <property fmtid="{D5CDD505-2E9C-101B-9397-08002B2CF9AE}" pid="7" name="MSIP_Label_b814e8bd-8835-4321-b7cc-2751ed18cf11_Name">
    <vt:lpwstr>Confidential</vt:lpwstr>
  </property>
  <property fmtid="{D5CDD505-2E9C-101B-9397-08002B2CF9AE}" pid="8" name="MSIP_Label_b814e8bd-8835-4321-b7cc-2751ed18cf11_SiteId">
    <vt:lpwstr>05d75c05-fa1a-42e7-9cf1-eb416c396f2d</vt:lpwstr>
  </property>
  <property fmtid="{D5CDD505-2E9C-101B-9397-08002B2CF9AE}" pid="9" name="MSIP_Label_b814e8bd-8835-4321-b7cc-2751ed18cf11_ActionId">
    <vt:lpwstr>6edba926-f429-461e-918f-441990060095</vt:lpwstr>
  </property>
  <property fmtid="{D5CDD505-2E9C-101B-9397-08002B2CF9AE}" pid="10" name="MSIP_Label_b814e8bd-8835-4321-b7cc-2751ed18cf11_ContentBits">
    <vt:lpwstr>2</vt:lpwstr>
  </property>
</Properties>
</file>